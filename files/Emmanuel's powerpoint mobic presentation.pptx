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66FF"/>
    <a:srgbClr val="6666B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F54A9-664C-45D0-A474-8E716B336F5C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21556-059A-473C-984D-7EAF5AFD74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1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SHEHU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21556-059A-473C-984D-7EAF5AFD74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9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aturation sat="400000"/>
                    </a14:imgEffect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66" y="646430"/>
            <a:ext cx="6749066" cy="6792329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0B74A1-2903-4B08-B4B1-BFBE52CC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688" y="1122948"/>
            <a:ext cx="9064623" cy="3819804"/>
          </a:xfrm>
        </p:spPr>
        <p:txBody>
          <a:bodyPr>
            <a:normAutofit/>
          </a:bodyPr>
          <a:lstStyle/>
          <a:p>
            <a:pPr algn="ctr"/>
            <a:r>
              <a:rPr lang="en-US" sz="8800" spc="6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MOOBIQ COMMUNITY</a:t>
            </a:r>
          </a:p>
        </p:txBody>
      </p:sp>
    </p:spTree>
    <p:extLst>
      <p:ext uri="{BB962C8B-B14F-4D97-AF65-F5344CB8AC3E}">
        <p14:creationId xmlns:p14="http://schemas.microsoft.com/office/powerpoint/2010/main" val="63982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47933B-9F48-4A8F-AF0C-29645E8E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273676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IS MOOBIQ COMMUNITY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886" y="1630036"/>
            <a:ext cx="5125791" cy="4869502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9BF3F8-4586-45C9-92BA-7698F7F0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6254" y="1790163"/>
            <a:ext cx="5256769" cy="401820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Moobiq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 community is an innovative platform designed to promote collaboration, mutual support  and economic empowerment among its members.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It connects businesses, individuals, professionals, and families for remote work and digital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429103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C35AC4-6CA5-41AC-9D81-2A4781C7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654" y="197708"/>
            <a:ext cx="10018713" cy="169287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5F907C-284F-4787-9198-EF8760EEF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189" y="1498649"/>
            <a:ext cx="4879178" cy="459305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" dirty="0" smtClean="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Sharing resources through discounts and subsides on goods and services using the Mobic discount credit system.</a:t>
            </a:r>
          </a:p>
          <a:p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Building a network of professionals, service providers, entrepreneurs, and experts who offer quality products and services.</a:t>
            </a:r>
          </a:p>
          <a:p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Supporting digital work by connecting people to remote work force opportunities.</a:t>
            </a:r>
          </a:p>
          <a:p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Access to data and digital learning. </a:t>
            </a:r>
          </a:p>
          <a:p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INNOVATION: </a:t>
            </a:r>
            <a:r>
              <a:rPr lang="en-US" sz="18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Moobiq</a:t>
            </a:r>
            <a:r>
              <a:rPr lang="en-US" sz="1800" dirty="0">
                <a:solidFill>
                  <a:schemeClr val="bg1"/>
                </a:solidFill>
                <a:latin typeface="Eras Demi ITC" panose="020B0805030504020804" pitchFamily="34" charset="0"/>
              </a:rPr>
              <a:t> Community is a real time virtual community where we are creating digital economy to add more values to humanity in the real world</a:t>
            </a:r>
            <a:r>
              <a:rPr lang="en-US" sz="1800" dirty="0" smtClean="0">
                <a:solidFill>
                  <a:schemeClr val="bg1"/>
                </a:solidFill>
                <a:latin typeface="Eras Demi ITC" panose="020B0805030504020804" pitchFamily="34" charset="0"/>
              </a:rPr>
              <a:t>.</a:t>
            </a:r>
            <a:endParaRPr lang="en-US" sz="1800" dirty="0">
              <a:solidFill>
                <a:schemeClr val="bg1"/>
              </a:solidFill>
              <a:latin typeface="Eras Demi ITC" panose="020B08050305040208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419" y="1498649"/>
            <a:ext cx="5662005" cy="4695149"/>
          </a:xfrm>
          <a:prstGeom prst="rect">
            <a:avLst/>
          </a:prstGeom>
          <a:scene3d>
            <a:camera prst="perspective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58203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93526C-28A7-4DE0-9F7C-B00F43A31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80768"/>
            <a:ext cx="10018714" cy="128510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BENEFITS FOR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7B2817-B908-4F7D-AE7B-0ACF1B3F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708" y="1584101"/>
            <a:ext cx="5585428" cy="5100035"/>
          </a:xfrm>
        </p:spPr>
        <p:txBody>
          <a:bodyPr>
            <a:normAutofit fontScale="77500" lnSpcReduction="20000"/>
          </a:bodyPr>
          <a:lstStyle/>
          <a:p>
            <a:endParaRPr lang="en-US" sz="2800" dirty="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Free access to data and digital learning resources.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Business and investment opportunities, financial services, and lending.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Community support through the ecosystem.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Food supplies for families and social welfare support.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Digital assets mining/ acquisition and social networking.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Access to remote work and digital job listings shared within the community.</a:t>
            </a:r>
          </a:p>
          <a:p>
            <a:endParaRPr lang="en-US" sz="2800" dirty="0">
              <a:solidFill>
                <a:schemeClr val="bg1"/>
              </a:solidFill>
              <a:latin typeface="Eras Demi ITC" panose="020B0805030504020804" pitchFamily="34" charset="0"/>
            </a:endParaRPr>
          </a:p>
          <a:p>
            <a:endParaRPr lang="en-US" sz="2800" dirty="0">
              <a:solidFill>
                <a:schemeClr val="bg1"/>
              </a:solidFill>
              <a:latin typeface="Eras Demi ITC" panose="020B08050305040208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45" y="1956022"/>
            <a:ext cx="4993764" cy="38781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1590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D26F45-6007-4D78-B20F-4F3059A6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WHO MOOBIQ IS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1FA9D4-ACDE-49A3-84D0-A84EC27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665" y="1300097"/>
            <a:ext cx="5342019" cy="53711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The community includes;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Professionals and experts offering services.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Entrepreneurs and service providers looking for customers.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Families and individuals seeking affordable goods and income opportunities.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Remote workers and digital learners.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0" y="1493282"/>
            <a:ext cx="4675700" cy="4675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871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F4AFA7-9606-41D5-91F0-41D40DB8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C697E3-23E5-46D0-9D56-9B672D53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45465"/>
            <a:ext cx="5127982" cy="4597758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Join the ecosystem via moobiq.com.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Earn the use Mobic credit to get discounts/ subsides on essentials. 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Access opportunities in digital learning, jobs, and business partnerships.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Network and collaborate with other members to grow skills and income.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644" y="1712892"/>
            <a:ext cx="5266027" cy="37219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9848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E1034E-15AE-4A8A-AD32-A7D3E4C7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70645"/>
            <a:ext cx="10018713" cy="175259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WHY IT MATTERS FOR YOUTH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E66816-B71D-4A8C-BA3F-FB5B6D3C5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887" y="1700011"/>
            <a:ext cx="6156102" cy="50227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Moobiq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 aligns with youth empowerment through digital skills because it;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Provides low cost access to learning ang tools.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Creates income opportunities without needing large capital.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Building a support network for young entrepreneurs and remote workers.</a:t>
            </a:r>
          </a:p>
          <a:p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Encourages collaboration over competition.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00" y="1983348"/>
            <a:ext cx="4756787" cy="37863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1472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06C66E-F3EF-44F9-BF37-E1F1EA94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62" y="0"/>
            <a:ext cx="10018713" cy="1752599"/>
          </a:xfrm>
        </p:spPr>
        <p:txBody>
          <a:bodyPr/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CONCLUSION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7F5736-0090-44B5-812D-34DD07C3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831" y="1283042"/>
            <a:ext cx="5563673" cy="54010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Moobiq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 isn’t just a marketplace- it’s a community built on the idea that when people collaborate and share </a:t>
            </a:r>
            <a:r>
              <a:rPr lang="en-US" sz="2800" dirty="0" err="1">
                <a:solidFill>
                  <a:schemeClr val="bg1"/>
                </a:solidFill>
                <a:latin typeface="Eras Demi ITC" panose="020B0805030504020804" pitchFamily="34" charset="0"/>
              </a:rPr>
              <a:t>resourses</a:t>
            </a: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, everyone benefits.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Eras Demi ITC" panose="020B0805030504020804" pitchFamily="34" charset="0"/>
              </a:rPr>
              <a:t>For Nigerian youths facing unemployment and high costs, it offers a practical model for economic self-reliance through digital connections.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533" y="1527740"/>
            <a:ext cx="4656318" cy="468616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99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125</TotalTime>
  <Words>369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Rounded MT Bold</vt:lpstr>
      <vt:lpstr>Calibri</vt:lpstr>
      <vt:lpstr>Corbel</vt:lpstr>
      <vt:lpstr>Eras Demi ITC</vt:lpstr>
      <vt:lpstr>Parallax</vt:lpstr>
      <vt:lpstr>MOOBIQ COMMUNITY</vt:lpstr>
      <vt:lpstr>WHAT IS MOOBIQ COMMUNITY</vt:lpstr>
      <vt:lpstr>OBJECTIVES</vt:lpstr>
      <vt:lpstr>BENEFITS FOR MEMBERS</vt:lpstr>
      <vt:lpstr>WHO MOOBIQ IS FOR</vt:lpstr>
      <vt:lpstr>HOW IT WORKS</vt:lpstr>
      <vt:lpstr>WHY IT MATTERS FOR YOUTH DEVELOPMENT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MOOBIQ COMMUNITY</dc:title>
  <dc:creator>Aliameen Taiwo</dc:creator>
  <cp:lastModifiedBy>USER</cp:lastModifiedBy>
  <cp:revision>22</cp:revision>
  <dcterms:created xsi:type="dcterms:W3CDTF">2026-05-11T09:41:42Z</dcterms:created>
  <dcterms:modified xsi:type="dcterms:W3CDTF">2026-05-22T07:50:17Z</dcterms:modified>
</cp:coreProperties>
</file>